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57F66-B179-413D-A510-A538C25DC00B}" v="1" dt="2020-07-25T18:16:50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na Holden-Gouveia" userId="8de7044ed950bdf3" providerId="Windows Live" clId="Web-{10257F66-B179-413D-A510-A538C25DC00B}"/>
    <pc:docChg chg="modSld">
      <pc:chgData name="Adrianna Holden-Gouveia" userId="8de7044ed950bdf3" providerId="Windows Live" clId="Web-{10257F66-B179-413D-A510-A538C25DC00B}" dt="2020-07-25T18:16:50.795" v="0"/>
      <pc:docMkLst>
        <pc:docMk/>
      </pc:docMkLst>
      <pc:sldChg chg="modSp">
        <pc:chgData name="Adrianna Holden-Gouveia" userId="8de7044ed950bdf3" providerId="Windows Live" clId="Web-{10257F66-B179-413D-A510-A538C25DC00B}" dt="2020-07-25T18:16:50.795" v="0"/>
        <pc:sldMkLst>
          <pc:docMk/>
          <pc:sldMk cId="1957651767" sldId="258"/>
        </pc:sldMkLst>
        <pc:picChg chg="mod">
          <ac:chgData name="Adrianna Holden-Gouveia" userId="8de7044ed950bdf3" providerId="Windows Live" clId="Web-{10257F66-B179-413D-A510-A538C25DC00B}" dt="2020-07-25T18:16:50.795" v="0"/>
          <ac:picMkLst>
            <pc:docMk/>
            <pc:sldMk cId="1957651767" sldId="258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BCE-CBD6-4B81-9955-C91303A8DA40}" type="datetimeFigureOut">
              <a:rPr lang="en-US" smtClean="0"/>
              <a:t>7/25/2020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8BBD-0502-4CA1-B96B-D2E84374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28BBD-0502-4CA1-B96B-D2E8437471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5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rebsonsecurity.com/password-dos-and-dont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wired.com/2016/05/password-tips-exper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</p:spTree>
    <p:extLst>
      <p:ext uri="{BB962C8B-B14F-4D97-AF65-F5344CB8AC3E}">
        <p14:creationId xmlns:p14="http://schemas.microsoft.com/office/powerpoint/2010/main" val="319433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needs this information?</a:t>
            </a:r>
          </a:p>
        </p:txBody>
      </p:sp>
      <p:pic>
        <p:nvPicPr>
          <p:cNvPr id="4" name="Content Placeholder 3" descr="Meme of a man yelling &amp;#34;EVERYONE!&amp;#34;" title="Mem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850" y="2650331"/>
            <a:ext cx="66960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5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here?</a:t>
            </a:r>
          </a:p>
        </p:txBody>
      </p:sp>
      <p:pic>
        <p:nvPicPr>
          <p:cNvPr id="4" name="Content Placeholder 3" descr="Meme How secure all the things?" title="Mem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590" y="1525379"/>
            <a:ext cx="4957009" cy="49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1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vs Personal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  <a:p>
            <a:r>
              <a:rPr lang="en-US" dirty="0"/>
              <a:t>Corporate</a:t>
            </a:r>
          </a:p>
          <a:p>
            <a:pPr lvl="1"/>
            <a:r>
              <a:rPr lang="en-US" dirty="0"/>
              <a:t>Company Security teams</a:t>
            </a:r>
          </a:p>
          <a:p>
            <a:pPr lvl="1"/>
            <a:r>
              <a:rPr lang="en-US" dirty="0"/>
              <a:t>Larger target</a:t>
            </a:r>
          </a:p>
          <a:p>
            <a:pPr lvl="1"/>
            <a:r>
              <a:rPr lang="en-US" dirty="0"/>
              <a:t>More weaknesses</a:t>
            </a:r>
          </a:p>
          <a:p>
            <a:r>
              <a:rPr lang="en-US" dirty="0"/>
              <a:t>Personal</a:t>
            </a:r>
          </a:p>
          <a:p>
            <a:pPr lvl="1"/>
            <a:r>
              <a:rPr lang="en-US" dirty="0"/>
              <a:t>How to not get hacked (</a:t>
            </a:r>
            <a:r>
              <a:rPr lang="en-US" dirty="0" err="1"/>
              <a:t>a.k.a</a:t>
            </a:r>
            <a:r>
              <a:rPr lang="en-US" dirty="0"/>
              <a:t> don’t be </a:t>
            </a:r>
            <a:r>
              <a:rPr lang="en-US" dirty="0" err="1"/>
              <a:t>pwned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272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https://haveibeenpwned.com/</a:t>
            </a:r>
          </a:p>
        </p:txBody>
      </p:sp>
    </p:spTree>
    <p:extLst>
      <p:ext uri="{BB962C8B-B14F-4D97-AF65-F5344CB8AC3E}">
        <p14:creationId xmlns:p14="http://schemas.microsoft.com/office/powerpoint/2010/main" val="59414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I alone in the </a:t>
            </a:r>
            <a:r>
              <a:rPr lang="en-US" dirty="0" err="1"/>
              <a:t>pwnage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http://www.informationisbeautiful.net/visualizations/worlds-biggest-data-breaches-hacks/</a:t>
            </a:r>
          </a:p>
        </p:txBody>
      </p:sp>
      <p:pic>
        <p:nvPicPr>
          <p:cNvPr id="4" name="Picture 3" descr="1,378,509,261 records compromised in 2016" title="Data records Compromised in 2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17" y="2761585"/>
            <a:ext cx="7725778" cy="2778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5284" y="5570899"/>
            <a:ext cx="742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https://blog.gemalto.com/security/2017/03/29/2016-data-breach-trends-hackers-mine-large-databases-personal-gain/</a:t>
            </a:r>
          </a:p>
        </p:txBody>
      </p:sp>
    </p:spTree>
    <p:extLst>
      <p:ext uri="{BB962C8B-B14F-4D97-AF65-F5344CB8AC3E}">
        <p14:creationId xmlns:p14="http://schemas.microsoft.com/office/powerpoint/2010/main" val="4133187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Why did the </a:t>
            </a:r>
            <a:r>
              <a:rPr lang="en-US" dirty="0" err="1"/>
              <a:t>Pwn</a:t>
            </a:r>
            <a:r>
              <a:rPr lang="en-US" dirty="0"/>
              <a:t> happen?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password probably sucks</a:t>
            </a:r>
          </a:p>
          <a:p>
            <a:pPr lvl="2"/>
            <a:r>
              <a:rPr lang="en-US" dirty="0"/>
              <a:t>Hey! It doesn’t suck, I use the same awesome password everywhere </a:t>
            </a:r>
            <a:r>
              <a:rPr lang="en-US" dirty="0">
                <a:sym typeface="Wingdings" panose="05000000000000000000" pitchFamily="2" charset="2"/>
              </a:rPr>
              <a:t> NO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Hey! It doesn’t suck, QWERTY is </a:t>
            </a:r>
            <a:r>
              <a:rPr lang="en-US" dirty="0" err="1">
                <a:sym typeface="Wingdings" panose="05000000000000000000" pitchFamily="2" charset="2"/>
              </a:rPr>
              <a:t>sooo</a:t>
            </a:r>
            <a:r>
              <a:rPr lang="en-US" dirty="0">
                <a:sym typeface="Wingdings" panose="05000000000000000000" pitchFamily="2" charset="2"/>
              </a:rPr>
              <a:t> easy to remember  NO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Hey! My dog/mother/friends name is an awesome password  NO</a:t>
            </a:r>
            <a:endParaRPr lang="en-US" dirty="0"/>
          </a:p>
          <a:p>
            <a:r>
              <a:rPr lang="en-US" dirty="0"/>
              <a:t>You don’t have/use two factor authentication</a:t>
            </a:r>
          </a:p>
          <a:p>
            <a:r>
              <a:rPr lang="en-US" dirty="0"/>
              <a:t>You tell the truth on the security questions when you register for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0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sad over </a:t>
            </a:r>
            <a:r>
              <a:rPr lang="en-US" dirty="0" err="1"/>
              <a:t>pwnage</a:t>
            </a:r>
            <a:r>
              <a:rPr lang="en-US" dirty="0"/>
              <a:t>, how fix?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https://krebsonsecurity.com/password-dos-and-donts/</a:t>
            </a:r>
            <a:endParaRPr lang="en-US" dirty="0"/>
          </a:p>
          <a:p>
            <a:r>
              <a:rPr lang="en-US" dirty="0">
                <a:hlinkClick r:id="rId4"/>
              </a:rPr>
              <a:t>https://www.wired.com/2016/05/password-tips-experts/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Spock sad meme" title="Spock Me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427" y="3250025"/>
            <a:ext cx="4008521" cy="2998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0427" y="6248399"/>
            <a:ext cx="460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https://www.askideas.com/31-most-funny-sad-pictures-and-photos/</a:t>
            </a:r>
          </a:p>
        </p:txBody>
      </p:sp>
    </p:spTree>
    <p:extLst>
      <p:ext uri="{BB962C8B-B14F-4D97-AF65-F5344CB8AC3E}">
        <p14:creationId xmlns:p14="http://schemas.microsoft.com/office/powerpoint/2010/main" val="2400090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153</Words>
  <Application>Microsoft Office PowerPoint</Application>
  <PresentationFormat>Widescreen</PresentationFormat>
  <Paragraphs>29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Week 1</vt:lpstr>
      <vt:lpstr>Who needs this information?</vt:lpstr>
      <vt:lpstr>Why are we here?</vt:lpstr>
      <vt:lpstr>Corporate vs Personal Security</vt:lpstr>
      <vt:lpstr>Activity!</vt:lpstr>
      <vt:lpstr>Am I alone in the pwnage?</vt:lpstr>
      <vt:lpstr>But, Why did the Pwn happen?</vt:lpstr>
      <vt:lpstr>Am sad over pwnage, how fix?</vt:lpstr>
    </vt:vector>
  </TitlesOfParts>
  <Company>Northern Essex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Holden-Gouveia, Adrianna</dc:creator>
  <cp:lastModifiedBy>Adrianna Holden-Gouveia</cp:lastModifiedBy>
  <cp:revision>8</cp:revision>
  <dcterms:created xsi:type="dcterms:W3CDTF">2017-09-07T14:55:32Z</dcterms:created>
  <dcterms:modified xsi:type="dcterms:W3CDTF">2020-07-25T18:16:50Z</dcterms:modified>
</cp:coreProperties>
</file>