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660"/>
  </p:normalViewPr>
  <p:slideViewPr>
    <p:cSldViewPr snapToGrid="0">
      <p:cViewPr varScale="1">
        <p:scale>
          <a:sx n="60" d="100"/>
          <a:sy n="60" d="100"/>
        </p:scale>
        <p:origin x="4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2BCE-CBD6-4B81-9955-C91303A8DA40}" type="datetimeFigureOut">
              <a:rPr lang="en-US" smtClean="0"/>
              <a:t>11/27/2017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28BBD-0502-4CA1-B96B-D2E843747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Cloud security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330857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Ion</vt:lpstr>
      <vt:lpstr>Week 14</vt:lpstr>
    </vt:vector>
  </TitlesOfParts>
  <Company>Northern Essex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Holden-Gouveia, Adrianna</dc:creator>
  <cp:lastModifiedBy>Holden-Gouveia, Adrianna</cp:lastModifiedBy>
  <cp:revision>14</cp:revision>
  <dcterms:created xsi:type="dcterms:W3CDTF">2017-09-07T14:55:32Z</dcterms:created>
  <dcterms:modified xsi:type="dcterms:W3CDTF">2017-11-27T22:24:21Z</dcterms:modified>
</cp:coreProperties>
</file>