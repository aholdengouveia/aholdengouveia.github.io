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7" r:id="rId6"/>
    <p:sldId id="260" r:id="rId7"/>
    <p:sldId id="269" r:id="rId8"/>
    <p:sldId id="270" r:id="rId9"/>
    <p:sldId id="268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F3B86-B791-4B54-80D6-4AC9408E13DA}" v="66" dt="2023-09-19T14:36:20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660"/>
  </p:normalViewPr>
  <p:slideViewPr>
    <p:cSldViewPr snapToGrid="0">
      <p:cViewPr varScale="1">
        <p:scale>
          <a:sx n="33" d="100"/>
          <a:sy n="33" d="100"/>
        </p:scale>
        <p:origin x="6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na Holden-Gouveia" userId="8de7044ed950bdf3" providerId="Windows Live" clId="Web-{A5FF3B86-B791-4B54-80D6-4AC9408E13DA}"/>
    <pc:docChg chg="modSld">
      <pc:chgData name="Adrianna Holden-Gouveia" userId="8de7044ed950bdf3" providerId="Windows Live" clId="Web-{A5FF3B86-B791-4B54-80D6-4AC9408E13DA}" dt="2023-09-19T14:36:20.921" v="62" actId="14100"/>
      <pc:docMkLst>
        <pc:docMk/>
      </pc:docMkLst>
      <pc:sldChg chg="modSp">
        <pc:chgData name="Adrianna Holden-Gouveia" userId="8de7044ed950bdf3" providerId="Windows Live" clId="Web-{A5FF3B86-B791-4B54-80D6-4AC9408E13DA}" dt="2023-09-19T14:33:53.331" v="41" actId="14100"/>
        <pc:sldMkLst>
          <pc:docMk/>
          <pc:sldMk cId="1445320156" sldId="257"/>
        </pc:sldMkLst>
        <pc:spChg chg="mod">
          <ac:chgData name="Adrianna Holden-Gouveia" userId="8de7044ed950bdf3" providerId="Windows Live" clId="Web-{A5FF3B86-B791-4B54-80D6-4AC9408E13DA}" dt="2023-09-19T14:33:49.065" v="40" actId="14100"/>
          <ac:spMkLst>
            <pc:docMk/>
            <pc:sldMk cId="1445320156" sldId="257"/>
            <ac:spMk id="3" creationId="{00000000-0000-0000-0000-000000000000}"/>
          </ac:spMkLst>
        </pc:spChg>
        <pc:picChg chg="mod">
          <ac:chgData name="Adrianna Holden-Gouveia" userId="8de7044ed950bdf3" providerId="Windows Live" clId="Web-{A5FF3B86-B791-4B54-80D6-4AC9408E13DA}" dt="2023-09-19T14:33:53.331" v="41" actId="14100"/>
          <ac:picMkLst>
            <pc:docMk/>
            <pc:sldMk cId="1445320156" sldId="257"/>
            <ac:picMk id="4" creationId="{00000000-0000-0000-0000-000000000000}"/>
          </ac:picMkLst>
        </pc:picChg>
      </pc:sldChg>
      <pc:sldChg chg="modSp">
        <pc:chgData name="Adrianna Holden-Gouveia" userId="8de7044ed950bdf3" providerId="Windows Live" clId="Web-{A5FF3B86-B791-4B54-80D6-4AC9408E13DA}" dt="2023-09-19T14:33:40.987" v="39" actId="1076"/>
        <pc:sldMkLst>
          <pc:docMk/>
          <pc:sldMk cId="3611034823" sldId="258"/>
        </pc:sldMkLst>
        <pc:spChg chg="mod">
          <ac:chgData name="Adrianna Holden-Gouveia" userId="8de7044ed950bdf3" providerId="Windows Live" clId="Web-{A5FF3B86-B791-4B54-80D6-4AC9408E13DA}" dt="2023-09-19T14:33:35.002" v="37" actId="14100"/>
          <ac:spMkLst>
            <pc:docMk/>
            <pc:sldMk cId="3611034823" sldId="258"/>
            <ac:spMk id="3" creationId="{00000000-0000-0000-0000-000000000000}"/>
          </ac:spMkLst>
        </pc:spChg>
        <pc:picChg chg="mod">
          <ac:chgData name="Adrianna Holden-Gouveia" userId="8de7044ed950bdf3" providerId="Windows Live" clId="Web-{A5FF3B86-B791-4B54-80D6-4AC9408E13DA}" dt="2023-09-19T14:33:40.987" v="39" actId="1076"/>
          <ac:picMkLst>
            <pc:docMk/>
            <pc:sldMk cId="3611034823" sldId="258"/>
            <ac:picMk id="4" creationId="{00000000-0000-0000-0000-000000000000}"/>
          </ac:picMkLst>
        </pc:picChg>
      </pc:sldChg>
      <pc:sldChg chg="modSp">
        <pc:chgData name="Adrianna Holden-Gouveia" userId="8de7044ed950bdf3" providerId="Windows Live" clId="Web-{A5FF3B86-B791-4B54-80D6-4AC9408E13DA}" dt="2023-09-19T14:11:17.370" v="5" actId="20577"/>
        <pc:sldMkLst>
          <pc:docMk/>
          <pc:sldMk cId="253957118" sldId="259"/>
        </pc:sldMkLst>
        <pc:spChg chg="mod">
          <ac:chgData name="Adrianna Holden-Gouveia" userId="8de7044ed950bdf3" providerId="Windows Live" clId="Web-{A5FF3B86-B791-4B54-80D6-4AC9408E13DA}" dt="2023-09-19T14:11:17.370" v="5" actId="20577"/>
          <ac:spMkLst>
            <pc:docMk/>
            <pc:sldMk cId="253957118" sldId="259"/>
            <ac:spMk id="3" creationId="{00000000-0000-0000-0000-000000000000}"/>
          </ac:spMkLst>
        </pc:spChg>
      </pc:sldChg>
      <pc:sldChg chg="addSp delSp modSp">
        <pc:chgData name="Adrianna Holden-Gouveia" userId="8de7044ed950bdf3" providerId="Windows Live" clId="Web-{A5FF3B86-B791-4B54-80D6-4AC9408E13DA}" dt="2023-09-19T14:36:08.795" v="61"/>
        <pc:sldMkLst>
          <pc:docMk/>
          <pc:sldMk cId="1994448559" sldId="263"/>
        </pc:sldMkLst>
        <pc:spChg chg="mod">
          <ac:chgData name="Adrianna Holden-Gouveia" userId="8de7044ed950bdf3" providerId="Windows Live" clId="Web-{A5FF3B86-B791-4B54-80D6-4AC9408E13DA}" dt="2023-09-19T14:34:14.849" v="44" actId="14100"/>
          <ac:spMkLst>
            <pc:docMk/>
            <pc:sldMk cId="1994448559" sldId="263"/>
            <ac:spMk id="3" creationId="{00000000-0000-0000-0000-000000000000}"/>
          </ac:spMkLst>
        </pc:spChg>
        <pc:picChg chg="del mod">
          <ac:chgData name="Adrianna Holden-Gouveia" userId="8de7044ed950bdf3" providerId="Windows Live" clId="Web-{A5FF3B86-B791-4B54-80D6-4AC9408E13DA}" dt="2023-09-19T14:35:11.540" v="48"/>
          <ac:picMkLst>
            <pc:docMk/>
            <pc:sldMk cId="1994448559" sldId="263"/>
            <ac:picMk id="4" creationId="{00000000-0000-0000-0000-000000000000}"/>
          </ac:picMkLst>
        </pc:picChg>
        <pc:picChg chg="add mod">
          <ac:chgData name="Adrianna Holden-Gouveia" userId="8de7044ed950bdf3" providerId="Windows Live" clId="Web-{A5FF3B86-B791-4B54-80D6-4AC9408E13DA}" dt="2023-09-19T14:36:08.795" v="61"/>
          <ac:picMkLst>
            <pc:docMk/>
            <pc:sldMk cId="1994448559" sldId="263"/>
            <ac:picMk id="5" creationId="{3CF0CC4B-2DEE-3072-1BDD-03CA5D873C9E}"/>
          </ac:picMkLst>
        </pc:picChg>
      </pc:sldChg>
      <pc:sldChg chg="modSp">
        <pc:chgData name="Adrianna Holden-Gouveia" userId="8de7044ed950bdf3" providerId="Windows Live" clId="Web-{A5FF3B86-B791-4B54-80D6-4AC9408E13DA}" dt="2023-09-19T14:36:20.921" v="62" actId="14100"/>
        <pc:sldMkLst>
          <pc:docMk/>
          <pc:sldMk cId="3538513447" sldId="266"/>
        </pc:sldMkLst>
        <pc:picChg chg="mod">
          <ac:chgData name="Adrianna Holden-Gouveia" userId="8de7044ed950bdf3" providerId="Windows Live" clId="Web-{A5FF3B86-B791-4B54-80D6-4AC9408E13DA}" dt="2023-09-19T14:36:20.921" v="62" actId="14100"/>
          <ac:picMkLst>
            <pc:docMk/>
            <pc:sldMk cId="3538513447" sldId="266"/>
            <ac:picMk id="4" creationId="{00000000-0000-0000-0000-000000000000}"/>
          </ac:picMkLst>
        </pc:picChg>
      </pc:sldChg>
      <pc:sldChg chg="modSp">
        <pc:chgData name="Adrianna Holden-Gouveia" userId="8de7044ed950bdf3" providerId="Windows Live" clId="Web-{A5FF3B86-B791-4B54-80D6-4AC9408E13DA}" dt="2023-09-19T14:34:03.863" v="43" actId="1076"/>
        <pc:sldMkLst>
          <pc:docMk/>
          <pc:sldMk cId="2989561234" sldId="267"/>
        </pc:sldMkLst>
        <pc:picChg chg="mod">
          <ac:chgData name="Adrianna Holden-Gouveia" userId="8de7044ed950bdf3" providerId="Windows Live" clId="Web-{A5FF3B86-B791-4B54-80D6-4AC9408E13DA}" dt="2023-09-19T14:34:03.863" v="43" actId="1076"/>
          <ac:picMkLst>
            <pc:docMk/>
            <pc:sldMk cId="2989561234" sldId="267"/>
            <ac:picMk id="4" creationId="{00000000-0000-0000-0000-000000000000}"/>
          </ac:picMkLst>
        </pc:picChg>
      </pc:sldChg>
      <pc:sldChg chg="modSp">
        <pc:chgData name="Adrianna Holden-Gouveia" userId="8de7044ed950bdf3" providerId="Windows Live" clId="Web-{A5FF3B86-B791-4B54-80D6-4AC9408E13DA}" dt="2023-09-19T14:22:03.403" v="36" actId="20577"/>
        <pc:sldMkLst>
          <pc:docMk/>
          <pc:sldMk cId="2406666442" sldId="269"/>
        </pc:sldMkLst>
        <pc:spChg chg="mod">
          <ac:chgData name="Adrianna Holden-Gouveia" userId="8de7044ed950bdf3" providerId="Windows Live" clId="Web-{A5FF3B86-B791-4B54-80D6-4AC9408E13DA}" dt="2023-09-19T14:22:03.403" v="36" actId="20577"/>
          <ac:spMkLst>
            <pc:docMk/>
            <pc:sldMk cId="2406666442" sldId="269"/>
            <ac:spMk id="3" creationId="{00000000-0000-0000-0000-000000000000}"/>
          </ac:spMkLst>
        </pc:spChg>
      </pc:sldChg>
      <pc:sldChg chg="modSp">
        <pc:chgData name="Adrianna Holden-Gouveia" userId="8de7044ed950bdf3" providerId="Windows Live" clId="Web-{A5FF3B86-B791-4B54-80D6-4AC9408E13DA}" dt="2023-09-19T14:04:47.153" v="2" actId="20577"/>
        <pc:sldMkLst>
          <pc:docMk/>
          <pc:sldMk cId="4024773539" sldId="270"/>
        </pc:sldMkLst>
        <pc:spChg chg="mod">
          <ac:chgData name="Adrianna Holden-Gouveia" userId="8de7044ed950bdf3" providerId="Windows Live" clId="Web-{A5FF3B86-B791-4B54-80D6-4AC9408E13DA}" dt="2023-09-19T14:04:47.153" v="2" actId="20577"/>
          <ac:spMkLst>
            <pc:docMk/>
            <pc:sldMk cId="4024773539" sldId="270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2BCE-CBD6-4B81-9955-C91303A8DA40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28BBD-0502-4CA1-B96B-D2E843747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Trust and Ethics</a:t>
            </a:r>
          </a:p>
        </p:txBody>
      </p:sp>
    </p:spTree>
    <p:extLst>
      <p:ext uri="{BB962C8B-B14F-4D97-AF65-F5344CB8AC3E}">
        <p14:creationId xmlns:p14="http://schemas.microsoft.com/office/powerpoint/2010/main" val="3194330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5512461" cy="4195481"/>
          </a:xfrm>
        </p:spPr>
        <p:txBody>
          <a:bodyPr/>
          <a:lstStyle/>
          <a:p>
            <a:r>
              <a:rPr lang="en-US" dirty="0"/>
              <a:t>Confidence placed in a person by making that person the nominal owner of property to be held or used for the benefit of one or more </a:t>
            </a:r>
            <a:r>
              <a:rPr lang="en-US"/>
              <a:t>others.</a:t>
            </a:r>
          </a:p>
          <a:p>
            <a:r>
              <a:rPr lang="en-US"/>
              <a:t>Transitive trust</a:t>
            </a:r>
          </a:p>
          <a:p>
            <a:r>
              <a:rPr lang="en-US"/>
              <a:t>Certificates and digital signatures</a:t>
            </a:r>
            <a:endParaRPr lang="en-US" dirty="0"/>
          </a:p>
        </p:txBody>
      </p:sp>
      <p:pic>
        <p:nvPicPr>
          <p:cNvPr id="4" name="Picture 3" descr="Fry says not sure if i have trust issues or everyone around me are not trustoworthy" title="Meme Futura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554" y="2032534"/>
            <a:ext cx="5129196" cy="384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2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3927501" cy="4175161"/>
          </a:xfrm>
        </p:spPr>
        <p:txBody>
          <a:bodyPr/>
          <a:lstStyle/>
          <a:p>
            <a:r>
              <a:rPr lang="en-US" dirty="0"/>
              <a:t>Moral principles that govern a person's behavior or the conducting of an activity.</a:t>
            </a:r>
          </a:p>
        </p:txBody>
      </p:sp>
      <p:pic>
        <p:nvPicPr>
          <p:cNvPr id="4" name="Picture 3" descr="Hey girl, have you had code of ethics training?" title="meme Hey Gir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88" y="1012189"/>
            <a:ext cx="3643630" cy="532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3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853248"/>
            <a:ext cx="5791559" cy="43951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the course of your job you find confidential info  relating to mental health about someone who babysits your child, what do you do?</a:t>
            </a:r>
          </a:p>
          <a:p>
            <a:r>
              <a:rPr lang="en-US" dirty="0"/>
              <a:t>You are scheduling a meeting with a client, it turns out this client requested a meeting at 3pm on a Friday near your house. Do you go home or back to work if the meeting ends early?</a:t>
            </a:r>
          </a:p>
          <a:p>
            <a:r>
              <a:rPr lang="en-US" dirty="0"/>
              <a:t>You're at work or school and you're getting all the credit on a team project, do you say anything?</a:t>
            </a:r>
          </a:p>
        </p:txBody>
      </p:sp>
      <p:pic>
        <p:nvPicPr>
          <p:cNvPr id="4" name="Picture 3" descr="Indigo Montoya says &quot;ethics&quot; you keep using that work, I do not think it means what you think it means" title="Meme princess br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340" y="2676524"/>
            <a:ext cx="47625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3BFF-E8FB-6747-A3CE-357884952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Hackers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24F77-AEE7-0940-A4AB-68B7FE901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621" y="2203040"/>
            <a:ext cx="8585213" cy="3714002"/>
          </a:xfrm>
        </p:spPr>
        <p:txBody>
          <a:bodyPr/>
          <a:lstStyle/>
          <a:p>
            <a:r>
              <a:rPr lang="en-US"/>
              <a:t>White hat</a:t>
            </a:r>
          </a:p>
          <a:p>
            <a:r>
              <a:rPr lang="en-US"/>
              <a:t>Grey hat</a:t>
            </a:r>
          </a:p>
          <a:p>
            <a:r>
              <a:rPr lang="en-US"/>
              <a:t>Black hat</a:t>
            </a:r>
          </a:p>
        </p:txBody>
      </p:sp>
      <p:pic>
        <p:nvPicPr>
          <p:cNvPr id="4" name="Picture 3" descr="Cat in a computer says I iz in yr computer, stealing yur dataz" title="meme c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04" y="1462908"/>
            <a:ext cx="6974840" cy="465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6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Computer Security :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Kevin </a:t>
            </a:r>
            <a:r>
              <a:rPr lang="en-US" dirty="0" err="1"/>
              <a:t>Mitnick</a:t>
            </a:r>
            <a:endParaRPr lang="en-US" dirty="0"/>
          </a:p>
          <a:p>
            <a:pPr lvl="1"/>
            <a:r>
              <a:rPr lang="en-US" dirty="0"/>
              <a:t>13 bypassed bus ticket system</a:t>
            </a:r>
          </a:p>
          <a:p>
            <a:pPr lvl="1"/>
            <a:r>
              <a:rPr lang="en-US" dirty="0"/>
              <a:t>Copying of software</a:t>
            </a:r>
          </a:p>
          <a:p>
            <a:r>
              <a:rPr lang="en-US" dirty="0"/>
              <a:t>Edward Snowden</a:t>
            </a:r>
          </a:p>
          <a:p>
            <a:pPr lvl="1"/>
            <a:r>
              <a:rPr lang="en-US" dirty="0"/>
              <a:t>CIA &amp; NSA leaks</a:t>
            </a:r>
          </a:p>
        </p:txBody>
      </p:sp>
    </p:spTree>
    <p:extLst>
      <p:ext uri="{BB962C8B-B14F-4D97-AF65-F5344CB8AC3E}">
        <p14:creationId xmlns:p14="http://schemas.microsoft.com/office/powerpoint/2010/main" val="23204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Computer Security : Hacker groups and Hacktivists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Anonymous</a:t>
            </a:r>
          </a:p>
          <a:p>
            <a:pPr lvl="1"/>
            <a:r>
              <a:rPr lang="en-US" dirty="0"/>
              <a:t>Occupy Wall Street</a:t>
            </a:r>
          </a:p>
          <a:p>
            <a:pPr lvl="1"/>
            <a:r>
              <a:rPr lang="en-US" dirty="0"/>
              <a:t>War on the Church of Scientology</a:t>
            </a:r>
          </a:p>
          <a:p>
            <a:r>
              <a:rPr lang="en-US" dirty="0" err="1"/>
              <a:t>Lulzsec</a:t>
            </a:r>
            <a:endParaRPr lang="en-US" dirty="0"/>
          </a:p>
          <a:p>
            <a:pPr lvl="1"/>
            <a:r>
              <a:rPr lang="en-US" dirty="0"/>
              <a:t>Sony pictures</a:t>
            </a:r>
          </a:p>
          <a:p>
            <a:pPr lvl="1"/>
            <a:r>
              <a:rPr lang="en-US" dirty="0"/>
              <a:t>CIA website</a:t>
            </a:r>
          </a:p>
          <a:p>
            <a:r>
              <a:rPr lang="en-US" dirty="0"/>
              <a:t>Chaos Computer Club</a:t>
            </a:r>
          </a:p>
          <a:p>
            <a:pPr lvl="1">
              <a:buClr>
                <a:srgbClr val="8AD0D6"/>
              </a:buClr>
            </a:pPr>
            <a:r>
              <a:rPr lang="en-US" dirty="0"/>
              <a:t>Headquarters in Germany</a:t>
            </a:r>
          </a:p>
          <a:p>
            <a:pPr lvl="1">
              <a:buClr>
                <a:srgbClr val="8AD0D6"/>
              </a:buClr>
            </a:pPr>
            <a:r>
              <a:rPr lang="en-US"/>
              <a:t>Publisher of magazine </a:t>
            </a:r>
            <a:r>
              <a:rPr lang="en-US" err="1"/>
              <a:t>Datenschleuder</a:t>
            </a:r>
            <a:endParaRPr lang="en-US" sz="1100" i="1" err="1">
              <a:solidFill>
                <a:srgbClr val="3366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666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small group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must discuss your topic together then share the highlights of the conversation with the class 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 Is it ever ok to pirate content(Movies, games, software etc.)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 Is information on a company device considered private? What about accounts logged in to that device?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When should your data belong to you?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Should companies be able to see your credit score? What about require your login for social networking sites?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What if any countries laws should apply to the internet?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Is Hacktivism ever ok? When should it be legal? Illegal? </a:t>
            </a:r>
          </a:p>
        </p:txBody>
      </p:sp>
    </p:spTree>
    <p:extLst>
      <p:ext uri="{BB962C8B-B14F-4D97-AF65-F5344CB8AC3E}">
        <p14:creationId xmlns:p14="http://schemas.microsoft.com/office/powerpoint/2010/main" val="402477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982B-22FB-124C-A9D3-CC1511B6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Ethics in Computer Security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0F6A2-6ABC-0540-8FC3-ABE99D288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Schools putting loggers and RATs on loaned laptops</a:t>
            </a:r>
          </a:p>
          <a:p>
            <a:r>
              <a:rPr lang="en-US" dirty="0"/>
              <a:t>Reading emails from coworkers as you work in IT</a:t>
            </a:r>
          </a:p>
          <a:p>
            <a:r>
              <a:rPr lang="en-US" dirty="0"/>
              <a:t>Hearing information about the company before others</a:t>
            </a:r>
          </a:p>
          <a:p>
            <a:r>
              <a:rPr lang="en-US" dirty="0"/>
              <a:t>Data monitoring or changing at coworker and bosses request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35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Ethics: How to handle Bugs</a:t>
            </a:r>
          </a:p>
        </p:txBody>
      </p:sp>
      <p:pic>
        <p:nvPicPr>
          <p:cNvPr id="4" name="Content Placeholder 3" descr="99 bugs in the code, 99 bugs. take one down, patch it around, 1267 little bugs in the code" title="meme ca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7617" y="2413384"/>
            <a:ext cx="6667500" cy="34194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6062" y="1777313"/>
            <a:ext cx="6096000" cy="127214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white"/>
                </a:solidFill>
                <a:ea typeface="+mj-ea"/>
                <a:cs typeface="+mj-cs"/>
              </a:rPr>
              <a:t>Patch times</a:t>
            </a:r>
          </a:p>
          <a:p>
            <a:pPr marL="342900" lvl="0" indent="-342900">
              <a:spcBef>
                <a:spcPts val="1000"/>
              </a:spcBef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white"/>
                </a:solidFill>
                <a:ea typeface="+mj-ea"/>
                <a:cs typeface="+mj-cs"/>
              </a:rPr>
              <a:t>Bug prioritization</a:t>
            </a:r>
          </a:p>
          <a:p>
            <a:pPr marL="342900" lvl="0" indent="-342900">
              <a:spcBef>
                <a:spcPts val="1000"/>
              </a:spcBef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white"/>
                </a:solidFill>
                <a:ea typeface="+mj-ea"/>
                <a:cs typeface="+mj-cs"/>
              </a:rPr>
              <a:t>Patch cycle</a:t>
            </a:r>
          </a:p>
        </p:txBody>
      </p:sp>
    </p:spTree>
    <p:extLst>
      <p:ext uri="{BB962C8B-B14F-4D97-AF65-F5344CB8AC3E}">
        <p14:creationId xmlns:p14="http://schemas.microsoft.com/office/powerpoint/2010/main" val="4123464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Ethics: How to do bug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2052918"/>
            <a:ext cx="8946541" cy="4195481"/>
          </a:xfrm>
        </p:spPr>
        <p:txBody>
          <a:bodyPr/>
          <a:lstStyle/>
          <a:p>
            <a:r>
              <a:rPr lang="en-US" dirty="0"/>
              <a:t>Responsible disclosure</a:t>
            </a:r>
          </a:p>
          <a:p>
            <a:pPr lvl="1"/>
            <a:r>
              <a:rPr lang="en-US" dirty="0"/>
              <a:t>Allows stakeholders time to fix bugs</a:t>
            </a:r>
          </a:p>
          <a:p>
            <a:endParaRPr lang="en-US" dirty="0"/>
          </a:p>
          <a:p>
            <a:r>
              <a:rPr lang="en-US" dirty="0"/>
              <a:t>Full disclosure</a:t>
            </a:r>
          </a:p>
          <a:p>
            <a:pPr lvl="1"/>
            <a:r>
              <a:rPr lang="en-US" dirty="0"/>
              <a:t>Tells the public everything</a:t>
            </a:r>
          </a:p>
        </p:txBody>
      </p:sp>
    </p:spTree>
    <p:extLst>
      <p:ext uri="{BB962C8B-B14F-4D97-AF65-F5344CB8AC3E}">
        <p14:creationId xmlns:p14="http://schemas.microsoft.com/office/powerpoint/2010/main" val="355259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Ethics: How to </a:t>
            </a:r>
            <a:r>
              <a:rPr lang="en-US"/>
              <a:t>do Breach </a:t>
            </a:r>
            <a:r>
              <a:rPr lang="en-US" dirty="0"/>
              <a:t>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5187341" cy="4195481"/>
          </a:xfrm>
        </p:spPr>
        <p:txBody>
          <a:bodyPr/>
          <a:lstStyle/>
          <a:p>
            <a:r>
              <a:rPr lang="en-US" dirty="0"/>
              <a:t>Security breach disclosure laws</a:t>
            </a:r>
          </a:p>
          <a:p>
            <a:pPr lvl="1"/>
            <a:r>
              <a:rPr lang="en-US" dirty="0"/>
              <a:t>https://en.wikipedia.org/wiki/National_Conference_of_State_Legislatures</a:t>
            </a:r>
          </a:p>
          <a:p>
            <a:r>
              <a:rPr lang="en-US" dirty="0"/>
              <a:t>Equifax disclosure= Dumpster Fire</a:t>
            </a:r>
          </a:p>
          <a:p>
            <a:r>
              <a:rPr lang="en-US" dirty="0"/>
              <a:t>TJX</a:t>
            </a:r>
          </a:p>
          <a:p>
            <a:r>
              <a:rPr lang="en-US" dirty="0"/>
              <a:t>RSA</a:t>
            </a:r>
          </a:p>
          <a:p>
            <a:endParaRPr lang="en-US" dirty="0"/>
          </a:p>
        </p:txBody>
      </p:sp>
      <p:pic>
        <p:nvPicPr>
          <p:cNvPr id="5" name="Picture 4" descr="Jordi LaForge Top picture saying &quot;data Breach&quot; Bottom Picture says &quot;Decentralized surprise Backup&quot;">
            <a:extLst>
              <a:ext uri="{FF2B5EF4-FFF2-40B4-BE49-F238E27FC236}">
                <a16:creationId xmlns:a16="http://schemas.microsoft.com/office/drawing/2014/main" id="{3CF0CC4B-2DEE-3072-1BDD-03CA5D873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277" y="1778318"/>
            <a:ext cx="4479925" cy="446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4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Ethics: </a:t>
            </a:r>
            <a:r>
              <a:rPr lang="en-US"/>
              <a:t>Data exfiltration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Steganography</a:t>
            </a:r>
          </a:p>
          <a:p>
            <a:r>
              <a:rPr lang="en-US"/>
              <a:t>iPods (podsnarfing)</a:t>
            </a:r>
          </a:p>
          <a:p>
            <a:r>
              <a:rPr lang="en-US"/>
              <a:t>Cameras</a:t>
            </a:r>
          </a:p>
          <a:p>
            <a:r>
              <a:rPr lang="en-US"/>
              <a:t>USB drives (thumbsucking)</a:t>
            </a:r>
          </a:p>
          <a:p>
            <a:r>
              <a:rPr lang="en-US"/>
              <a:t>Bluetooth (bluesnarfing)</a:t>
            </a:r>
          </a:p>
          <a:p>
            <a:r>
              <a:rPr lang="en-US"/>
              <a:t>Sneakernet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11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</a:t>
            </a:r>
          </a:p>
        </p:txBody>
      </p:sp>
      <p:pic>
        <p:nvPicPr>
          <p:cNvPr id="4" name="Content Placeholder 3" descr="emperor palpitine says i assure you compliance will be taken seriously in our exapansion plans" title="meme dark side star ward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7284" y="3070434"/>
            <a:ext cx="3467100" cy="35718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6110" y="1853248"/>
            <a:ext cx="7583489" cy="2959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000"/>
              </a:spcBef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white"/>
                </a:solidFill>
                <a:ea typeface="+mj-ea"/>
                <a:cs typeface="+mj-cs"/>
              </a:rPr>
              <a:t>Certification or confirmation that the doer of an action (such as the writer of an audit report), or the manufacturer or supplier of a product, meets the requirements of accepted practices, legislation, prescribed rules and regulations, specified standards, or the terms of a contract.</a:t>
            </a:r>
          </a:p>
          <a:p>
            <a:pPr marL="800100" lvl="1" indent="-342900">
              <a:spcBef>
                <a:spcPts val="1000"/>
              </a:spcBef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solidFill>
                  <a:prstClr val="white"/>
                </a:solidFill>
                <a:ea typeface="+mj-ea"/>
                <a:cs typeface="+mj-cs"/>
              </a:rPr>
              <a:t>http://www.businessdictionary.com/definition/compliance.html</a:t>
            </a:r>
            <a:r>
              <a:rPr lang="en-US" dirty="0">
                <a:solidFill>
                  <a:prstClr val="white"/>
                </a:solidFill>
                <a:ea typeface="+mj-ea"/>
                <a:cs typeface="+mj-cs"/>
              </a:rPr>
              <a:t>http://www.businessdictionary.com/definition/compliance.html</a:t>
            </a:r>
            <a:endParaRPr lang="en-US" sz="2000" dirty="0">
              <a:solidFill>
                <a:prstClr val="white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2410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Federal Data </a:t>
            </a:r>
            <a:r>
              <a:rPr lang="en-US" dirty="0"/>
              <a:t>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HIPAA</a:t>
            </a:r>
          </a:p>
          <a:p>
            <a:r>
              <a:rPr lang="en-US"/>
              <a:t>FERPA</a:t>
            </a:r>
          </a:p>
          <a:p>
            <a:r>
              <a:rPr lang="en-US"/>
              <a:t>Sarbanes Oxley</a:t>
            </a:r>
          </a:p>
          <a:p>
            <a:r>
              <a:rPr lang="en-US"/>
              <a:t>PCI-DSS (payment cards)</a:t>
            </a:r>
            <a:endParaRPr lang="en-US" dirty="0"/>
          </a:p>
        </p:txBody>
      </p:sp>
      <p:pic>
        <p:nvPicPr>
          <p:cNvPr id="4" name="Picture 3" descr="cat says u need big data? wait, i get it 4 u" title="meme c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341" y="2272944"/>
            <a:ext cx="5546090" cy="417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13447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102</TotalTime>
  <Words>487</Words>
  <Application>Microsoft Office PowerPoint</Application>
  <PresentationFormat>Widescreen</PresentationFormat>
  <Paragraphs>73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</vt:lpstr>
      <vt:lpstr>Week 2</vt:lpstr>
      <vt:lpstr>Trust</vt:lpstr>
      <vt:lpstr>Ethics</vt:lpstr>
      <vt:lpstr>Ethics example</vt:lpstr>
      <vt:lpstr>Hackers</vt:lpstr>
      <vt:lpstr>Ethics in Computer Security : People</vt:lpstr>
      <vt:lpstr>Ethics in Computer Security : Hacker groups and Hacktivists</vt:lpstr>
      <vt:lpstr>Ethics small group discussions</vt:lpstr>
      <vt:lpstr>Ethics in Computer Security examples</vt:lpstr>
      <vt:lpstr>Ethics: How to handle Bugs</vt:lpstr>
      <vt:lpstr>Ethics: How to do bug disclosure</vt:lpstr>
      <vt:lpstr>Ethics: How to do Breach Disclosure</vt:lpstr>
      <vt:lpstr>Ethics: Data exfiltration</vt:lpstr>
      <vt:lpstr>Compliance</vt:lpstr>
      <vt:lpstr>Federal Data Handling</vt:lpstr>
    </vt:vector>
  </TitlesOfParts>
  <Company>Northern Essex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Holden-Gouveia, Adrianna</dc:creator>
  <cp:lastModifiedBy>Adrianna Holden-Gouveia</cp:lastModifiedBy>
  <cp:revision>50</cp:revision>
  <dcterms:created xsi:type="dcterms:W3CDTF">2017-09-07T14:55:32Z</dcterms:created>
  <dcterms:modified xsi:type="dcterms:W3CDTF">2023-09-19T14:36:22Z</dcterms:modified>
</cp:coreProperties>
</file>